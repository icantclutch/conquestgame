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24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2C9D-B008-AC62-DD32-8E06F9E49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3F820-E0B0-4EA5-B0E1-153BC757C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B1596-1C07-41BD-9B56-5EBA2699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61739-C634-52B0-0596-F8D7A5C2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4A09A-02E3-CF25-4BAB-3280D081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1E35-1BDE-1376-2027-8273B539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5B9E-F28C-4150-611E-ED43E6F5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DD873-3450-1AC3-8B8C-C436EACC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08F43-E83D-FDD4-29C4-BC8F30B3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F1A4-69FF-FDE3-072F-FA56DD7C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0D2E-F134-0941-F6AA-890A7101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FFCBE-22A1-F1B2-739C-1540F8A3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7352-F839-888E-C29F-972B84DD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21B4-6668-543A-6D70-05DB7D71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610A-E3FF-E12D-1B1F-6DB98462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A043-FCC2-8549-1009-425F322C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347B3-7E12-F974-176B-2F4735DB8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FE682-E849-9AB1-603E-5CF05AF70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85CAD-05F6-5870-ADFB-4FFDC76E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32C19-3D51-DF3C-60E4-193CF11D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B5CA-0E3A-25A1-4454-0E72F0F3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1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7102-31BF-575B-C7CD-CA86D804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78582-A147-CCCA-B8F0-AAE950799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991B-6D9E-851F-3B7D-AD3C86509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7A17A-5074-DA95-3A80-2A8A003F0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E88A3-8D1A-61E7-C2FA-9C23E0DE9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52CF7-633C-41F4-E92A-0AF304DA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DB890-FC5C-E663-5BA0-F003B199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5CFDE-B96A-A21B-C6DD-E1329A65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8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6036-957C-AFE5-FF71-021B105A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B1A42-17A1-F793-F19D-8C1462A9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BB101-3662-5566-7F43-5D2FD018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EE5AF-607E-2D7B-D5D4-68EFF5A2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3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8007A-2CEF-C698-2462-0AA802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B51B4-0598-7482-095C-58DB6423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60E36-7E0D-EB1A-518B-0C28ED86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FFD1C-663C-21F4-B41A-F845C0D1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FC71F-4E6E-56D1-F2F5-B58E5FB4C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BBD88-653A-507D-068C-8175D6207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638A2-653E-091D-E5D2-1A765A7D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BBE6A-7F70-9E1B-B281-5B63B8E1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A7A4D-B06B-3CD9-4A93-3A8761C7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3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6430-CC90-3B03-AA3F-4C200CBB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7A90B-AF75-E291-4F8B-04083E3D3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B63D-9438-59F7-251C-770A30945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EC3E-0A59-8A29-7364-E51294BF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3A84B-8301-E255-E7A3-1BC2F16E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99B64-7D40-99EF-EA1C-7FAE09A3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2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04EE-6B10-CC40-8D35-2E5DFF66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67387-A669-C4B6-26C3-F59AEFC62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7223-39C3-87B6-8D27-37B1F1D8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14DCD-8A92-3137-212E-D82D6ADF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EA8E-1B88-CB5B-B208-1668455E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D3A29-791E-64E2-19F5-87BF1521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CA5C6-ECCA-045C-1257-C6C2A068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B5626-2B60-BDDF-EA82-B6294A45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7E32-AB6D-3D5C-BEF7-E6335EE33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A0D53-2E31-3A37-7D87-C4180318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4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7ED0-144D-9260-A70C-D400DC9B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8EDE9-29AD-A598-05F4-6E1C069F7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253F3-1E44-3614-E122-3DC397142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C3966-65D5-41B0-8789-B8EDE94B066A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13CE1-E58D-9818-5E76-FDD99B109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C9D97-057C-F175-B6FE-83458D4F1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39EF1-97A0-445A-BFB1-9D9E76415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5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E914E4E-F56B-13AA-5560-67F181322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14" y="-2837163"/>
            <a:ext cx="10479315" cy="1072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10C89A-3877-CB96-DEBF-6335CCCA7A0F}"/>
              </a:ext>
            </a:extLst>
          </p:cNvPr>
          <p:cNvCxnSpPr>
            <a:cxnSpLocks/>
          </p:cNvCxnSpPr>
          <p:nvPr/>
        </p:nvCxnSpPr>
        <p:spPr>
          <a:xfrm>
            <a:off x="9615055" y="-1653309"/>
            <a:ext cx="675574" cy="6373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5A9B50-94E4-CAF2-DB1D-0B0CF5D76297}"/>
              </a:ext>
            </a:extLst>
          </p:cNvPr>
          <p:cNvSpPr txBox="1"/>
          <p:nvPr/>
        </p:nvSpPr>
        <p:spPr>
          <a:xfrm>
            <a:off x="9952842" y="-165330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1.018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5FEF56-8E10-DDEF-5B29-4285B4A4DCFB}"/>
              </a:ext>
            </a:extLst>
          </p:cNvPr>
          <p:cNvCxnSpPr>
            <a:cxnSpLocks/>
          </p:cNvCxnSpPr>
          <p:nvPr/>
        </p:nvCxnSpPr>
        <p:spPr>
          <a:xfrm flipH="1">
            <a:off x="8876145" y="-1542473"/>
            <a:ext cx="221673" cy="8405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D56688-C56D-DF78-5E18-ACF27D0277C0}"/>
              </a:ext>
            </a:extLst>
          </p:cNvPr>
          <p:cNvSpPr txBox="1"/>
          <p:nvPr/>
        </p:nvSpPr>
        <p:spPr>
          <a:xfrm>
            <a:off x="8073242" y="-133465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0.950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0F3E61-F4D5-E9D2-FFB7-3466C4EDBCEA}"/>
              </a:ext>
            </a:extLst>
          </p:cNvPr>
          <p:cNvCxnSpPr>
            <a:cxnSpLocks/>
          </p:cNvCxnSpPr>
          <p:nvPr/>
        </p:nvCxnSpPr>
        <p:spPr>
          <a:xfrm flipH="1">
            <a:off x="9374909" y="-434109"/>
            <a:ext cx="711200" cy="240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06CD42-32F2-04F9-81B7-D96F52E9F0BB}"/>
              </a:ext>
            </a:extLst>
          </p:cNvPr>
          <p:cNvSpPr txBox="1"/>
          <p:nvPr/>
        </p:nvSpPr>
        <p:spPr>
          <a:xfrm>
            <a:off x="9330136" y="-6542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0.822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25C283-989C-7D83-FC2D-6920E0D58FF5}"/>
              </a:ext>
            </a:extLst>
          </p:cNvPr>
          <p:cNvCxnSpPr>
            <a:cxnSpLocks/>
          </p:cNvCxnSpPr>
          <p:nvPr/>
        </p:nvCxnSpPr>
        <p:spPr>
          <a:xfrm flipH="1">
            <a:off x="9952842" y="0"/>
            <a:ext cx="579252" cy="26323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ECDBF8-7EA0-71BC-2692-C56B13762C86}"/>
              </a:ext>
            </a:extLst>
          </p:cNvPr>
          <p:cNvSpPr txBox="1"/>
          <p:nvPr/>
        </p:nvSpPr>
        <p:spPr>
          <a:xfrm>
            <a:off x="10281393" y="100996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2.948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DA2FB8-9892-4F31-E68C-9526C7B08F1C}"/>
              </a:ext>
            </a:extLst>
          </p:cNvPr>
          <p:cNvCxnSpPr>
            <a:cxnSpLocks/>
          </p:cNvCxnSpPr>
          <p:nvPr/>
        </p:nvCxnSpPr>
        <p:spPr>
          <a:xfrm flipH="1">
            <a:off x="8358909" y="369332"/>
            <a:ext cx="267855" cy="10177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B11A853-0681-AC80-1356-630D35E4122C}"/>
              </a:ext>
            </a:extLst>
          </p:cNvPr>
          <p:cNvSpPr txBox="1"/>
          <p:nvPr/>
        </p:nvSpPr>
        <p:spPr>
          <a:xfrm>
            <a:off x="7913479" y="53718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1.147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08AE36-ECFA-168E-86D8-A1DFE734615B}"/>
              </a:ext>
            </a:extLst>
          </p:cNvPr>
          <p:cNvCxnSpPr>
            <a:cxnSpLocks/>
          </p:cNvCxnSpPr>
          <p:nvPr/>
        </p:nvCxnSpPr>
        <p:spPr>
          <a:xfrm flipH="1" flipV="1">
            <a:off x="8742879" y="2200069"/>
            <a:ext cx="696926" cy="750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29C07C-19BB-B257-AE21-E5B595F85DFC}"/>
              </a:ext>
            </a:extLst>
          </p:cNvPr>
          <p:cNvSpPr txBox="1"/>
          <p:nvPr/>
        </p:nvSpPr>
        <p:spPr>
          <a:xfrm>
            <a:off x="8974911" y="212910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1.118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356B02-B049-8590-F37A-A3580C1554B3}"/>
              </a:ext>
            </a:extLst>
          </p:cNvPr>
          <p:cNvCxnSpPr>
            <a:cxnSpLocks/>
          </p:cNvCxnSpPr>
          <p:nvPr/>
        </p:nvCxnSpPr>
        <p:spPr>
          <a:xfrm flipH="1">
            <a:off x="8752026" y="-146137"/>
            <a:ext cx="1490442" cy="183639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F7F1983-749A-0F72-49F8-44FDCCEF342B}"/>
              </a:ext>
            </a:extLst>
          </p:cNvPr>
          <p:cNvSpPr txBox="1"/>
          <p:nvPr/>
        </p:nvSpPr>
        <p:spPr>
          <a:xfrm>
            <a:off x="8473902" y="104530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2.587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19B8D8-7E93-A245-686D-D5721674462F}"/>
              </a:ext>
            </a:extLst>
          </p:cNvPr>
          <p:cNvCxnSpPr>
            <a:cxnSpLocks/>
          </p:cNvCxnSpPr>
          <p:nvPr/>
        </p:nvCxnSpPr>
        <p:spPr>
          <a:xfrm>
            <a:off x="9151246" y="293960"/>
            <a:ext cx="741598" cy="23384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9B00061-7D5F-5B16-3161-DDF91F07BAB1}"/>
              </a:ext>
            </a:extLst>
          </p:cNvPr>
          <p:cNvSpPr txBox="1"/>
          <p:nvPr/>
        </p:nvSpPr>
        <p:spPr>
          <a:xfrm>
            <a:off x="9494336" y="127313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2.685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7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Nordrum</dc:creator>
  <cp:lastModifiedBy>Thomas Nordrum</cp:lastModifiedBy>
  <cp:revision>2</cp:revision>
  <dcterms:created xsi:type="dcterms:W3CDTF">2025-08-15T00:28:55Z</dcterms:created>
  <dcterms:modified xsi:type="dcterms:W3CDTF">2025-08-15T00:35:13Z</dcterms:modified>
</cp:coreProperties>
</file>